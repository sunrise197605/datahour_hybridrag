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Hybrid RAG with Re-Ranking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F46E32"/>
                </a:solidFill>
                <a:latin typeface="Calibri"/>
              </a:rPr>
              <a:t>Building Smarter Retrieval for Conversational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AAAAAA"/>
                </a:solidFill>
                <a:latin typeface="Calibri"/>
              </a:rPr>
              <a:t>Dense + BM25 + RRF + Cross-Encoder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36576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46E32"/>
                </a:solidFill>
                <a:latin typeface="Calibri"/>
              </a:rPr>
              <a:t>Instructor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5486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>
                <a:solidFill>
                  <a:srgbClr val="AAAAAA"/>
                </a:solidFill>
                <a:latin typeface="Calibri"/>
              </a:rPr>
              <a:t>Strategic Technology Advisor, vriksha.ai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About 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Strategic Technology Advisor at vriksha.ai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27+ years in gaming and large-scale platform engineering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Operated systems handling 4B+ daily service calls and 125K+ concurrent users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Managed portfolios exceeding $1B in revenue impact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Recognized as a Top 10 Tech Leader in India (2025) by TradeFlock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•  Today: building Conversational AI grounded in Hybrid RAG with Re-Ranking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Conversational AI Systems — what they are and where they break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Request–Response Pipeline — how a query becomes an answer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RAG Architecture — grounding LLMs in real documents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Hybrid RAG — Dense + Sparse + Reciprocal Rank Fusion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Re-Ranker — the cross-encoder second stage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Code Walkthrough — pipeline, retrievers, reranker, prompt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Live Demo + Evaluation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Conversational AI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What is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 system that holds a natural-language conversation with a user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Components: NLU → Dialogue State → Knowledge → NLG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Modern systems are powered by Large Language Models (LLMs)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Why LLMs alone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Knowledge cutoff — they don't know recent or private data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Hallucinations — they fabricate confident but wrong answers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No source attribution — users can't verify the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Request–Response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2011680" cy="8229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User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33472" y="2194560"/>
            <a:ext cx="2011680" cy="8229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Retriever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9744" y="2194560"/>
            <a:ext cx="2011680" cy="8229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6016" y="2194560"/>
            <a:ext cx="2011680" cy="8229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62288" y="2194560"/>
            <a:ext cx="2011680" cy="8229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606040.0"/>
            <a:ext cx="164592" cy="0.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45152" y="2606040.0"/>
            <a:ext cx="164592" cy="0.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21424" y="2606040.0"/>
            <a:ext cx="164592" cy="0.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97696" y="2606040.0"/>
            <a:ext cx="164592" cy="0.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Calibri"/>
              </a:rPr>
              <a:t>Each stage adds latency and is independently optimizable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Typical bottlenecks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Retriever recall — if the right doc isn't fetched, no LLM can save you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Context length — too much context = slow + distracted LLM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Generation — small models are fast but shallow; large models are slow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RAG: Retrieval-Augmented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F46E32"/>
                </a:solidFill>
                <a:latin typeface="Calibri"/>
              </a:rPr>
              <a:t>Idea: Don't ask the LLM to remember — let it look things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Index your documents into a vector store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At query time, retrieve the top-K most relevant chunks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Pass chunks as context to the LLM along with the question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LLM generates an answer grounded in the retrieved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80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No retraining for new knowledge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Source citations for every answer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Reduced hallucination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8056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Retrieval quality is the bottleneck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Chunking strategy matters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Embeddings miss exact-keyword matches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Hybrid RAG: Dense + Sparse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F46E32"/>
                </a:solidFill>
                <a:latin typeface="Calibri"/>
              </a:rPr>
              <a:t>Why hybrid? Because dense and sparse retrieval fail differently.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0352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Dense (Semantic)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Sentence embeddings (all-mpnet-base-v2)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FAISS index for cosine similarity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Captures meaning, paraphrase, synonyms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Misses rare exact terms (proper nouns, codes)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94560"/>
            <a:ext cx="530352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Sparse (Lexical)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BM25 Okapi over tokenized text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Term frequency × inverse doc frequency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Exact keyword match — great for names, IDs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Misses synonyms and reformulated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1">
                <a:solidFill>
                  <a:srgbClr val="F46E32"/>
                </a:solidFill>
                <a:latin typeface="Calibri"/>
              </a:rPr>
              <a:t>→ Fuse both ranked lists with Reciprocal Rank Fusion (RRF)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Reciprocal Rank Fusion (RRF)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AAAAA"/>
                </a:solidFill>
                <a:latin typeface="Calibri"/>
              </a:rPr>
              <a:t>A rank-based fusion method — no score normalization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94560"/>
            <a:ext cx="10332720" cy="182880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score(d) = Σ  1 / (k + rank_i(d))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            over each retriever i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k = 60   (a constant that dampens top-rank bias)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Each document gets a contribution from every retriever it appears in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High rank in either list = high fused score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Robust: works without calibrating heterogeneous score distributions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We pull top-50 from Dense + top-50 from BM25, fuse, then take top-N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Re-Ranker: The Second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>
                <a:solidFill>
                  <a:srgbClr val="F46E32"/>
                </a:solidFill>
                <a:latin typeface="Calibri"/>
              </a:rPr>
              <a:t>Bi-encoders are fast but shallow. Cross-encoders are slow but accurate.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0352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Bi-Encoder (Stage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Encodes query and doc separately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Compares with cosine similarity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Pre-computable doc vectors → very fast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Less accurate on subtle relevance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94560"/>
            <a:ext cx="530352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Cross-Encoder (Stage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Encodes (query, doc) jointly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Full attention between query and passage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Much higher precision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Cannot pre-compute → slower per pair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Two-stage pattern: fast bi-encoder narrows to ~25 candidates → cross-encoder picks the final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Our Hybrid RAG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0" y="1554480"/>
            <a:ext cx="8503920" cy="493776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5960" y="1645920"/>
            <a:ext cx="8229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Query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├──► Dense Index (mpnet + FAISS)  ──► Top 50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└──► BM25 Index (Okapi)           ──► Top 50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│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▼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Reciprocal Rank Fusion (k = 60)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│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▼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Top 25 candidate pool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│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▼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Cross-Encoder Re-Rank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(ms-marco-MiniLM-L-6-v2)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│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▼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Top 6 chunks → Flan-T5 →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Code: HybridRAG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47120" cy="493776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class HybridRAG: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def retrieve(self, query, top_k=50, context_size=6,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 use_reranker=False, rerank_pool=25):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dense_idx, dense_sc = self.dense_index.search(query, top_k)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bm25_idx,  bm25_sc  = self.bm25_index.search(query, top_k)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fused = reciprocal_rank_fusion(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dense_idx, bm25_idx, fusion_constant=self.rrf_constant)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first_n = max(rerank_pool, context_size) if use_reranker \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  else context_size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candidates = build_retrieved(top_n_by_score(fused, first_n))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if use_reranker: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candidates = self.reranker.rerank(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query, candidates, top_n=context_size)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return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Code: Cross-Encoder Reranker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47120" cy="493776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from sentence_transformers import CrossEncoder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class CrossEncoderReranker: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def __init__(self,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 model_name='cross-encoder/ms-marco-MiniLM-L-6-v2'):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self.model = CrossEncoder(model_name, device='cpu')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def rerank(self, query, candidates, top_n):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pairs = [[query, c.chunk.text] for c in candidates]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scores = self.model.predict(pairs)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ranked = sorted(zip(candidates, scores),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        key=lambda x: x[1], reverse=True)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return [replace(c, rerank_score=float(s),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        rerank_rank=i+1)</a:t>
            </a:r>
          </a:p>
          <a:p>
            <a:pPr algn="l"/>
            <a:r>
              <a:rPr sz="1200">
                <a:solidFill>
                  <a:srgbClr val="E0E0E0"/>
                </a:solidFill>
                <a:latin typeface="Consolas"/>
              </a:rPr>
              <a:t>                for i, (c, s) in enumerate(ranked[:top_n])]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Code: Reciprocal Rank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47120" cy="411480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def reciprocal_rank_fusion(dense_indices, sparse_indices,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                    fusion_constant=60, limit=50):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fused = defaultdict(float)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for rank, doc_id in enumerate(dense_indices):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fused[int(doc_id)] += 1.0 / (fusion_constant + rank + 1)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for rank, doc_id in enumerate(sparse_indices):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    fused[int(doc_id)] += 1.0 / (fusion_constant + rank + 1)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E0E0E0"/>
                </a:solidFill>
                <a:latin typeface="Consolas"/>
              </a:rPr>
              <a:t>    return fused   # {doc_id: rrf_score}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AAAAAA"/>
                </a:solidFill>
                <a:latin typeface="Calibri"/>
              </a:rPr>
              <a:t>No score normalization. Just rank arithmetic. Beautifully simple.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Dataset &amp;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500 Wikipedia URLs (200 fixed travel + 300 random)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9,083 chunks (200–400 tokens each, 50-token overlap)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100 evaluation questions across 5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Dense:    sentence-transformers / all-mpnet-base-v2  +  FAISS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Sparse:   rank-bm25 (Okapi)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Reranker: cross-encoder / ms-marco-MiniLM-L-6-v2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LLM:      google / flan-t5-base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UI:       Streamlit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Evaluation: Standard + Custom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MRR (Mean Reciprocal Rank) — where the correct source ranks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HitRate@K — is the correct doc in the top-K?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FFFFFF"/>
                </a:solidFill>
                <a:latin typeface="Calibri"/>
              </a:rPr>
              <a:t>•  CSFS — claim-level faithfulness against context (hallucination check)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Our custom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CUS — Context Utilization Score: did the answer actually use the context?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      Score = 0.4 × keyword_overlap + 0.6 × semantic_similarity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ACS — Answer Completeness Score: does the answer address the question?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      Penalizes evasive non-answers; tolerates short factual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Results — 100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27432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645920"/>
            <a:ext cx="18288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645920"/>
            <a:ext cx="68580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MRR (URL-level)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10312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0.7978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10312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Good retrieval ranking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56032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56032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93% correct source in 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HitRate@10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301752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301752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Same as @5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CSFS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47472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0.0122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47472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Low (short answers hard to verify)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93192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CUS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93192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0.7208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93192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Answers use the context well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38912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ACS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438912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0.6368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438912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Answers address questions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4632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Avg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84632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1600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484632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300">
                <a:solidFill>
                  <a:srgbClr val="FFFFFF"/>
                </a:solidFill>
              </a:rPr>
              <a:t>End-to-end (without rerank)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Ablation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0" y="1828800"/>
            <a:ext cx="5029200" cy="54864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828800"/>
            <a:ext cx="1828800" cy="54864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1828800" cy="54864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377440"/>
            <a:ext cx="50292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Hybrid (Dense + BM25 + RRF)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37744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37744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926080"/>
            <a:ext cx="50292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Dense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92608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92608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474720"/>
            <a:ext cx="50292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Sparse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47472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3474720"/>
            <a:ext cx="1828800" cy="54864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400">
                <a:solidFill>
                  <a:srgbClr val="FFFFFF"/>
                </a:solidFill>
              </a:rPr>
              <a:t>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Why dense beat hybrid here: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Travel-domain queries are mostly semantic / conceptual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Proper nouns are handled well by mpnet embeddings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BM25 occasionally adds noise — that's where the re-ranker shines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Re-Ranker Impact — Live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F46E32"/>
                </a:solidFill>
                <a:latin typeface="Calibri"/>
              </a:rPr>
              <a:t>Query: "Where is the Burj Khalifa and when was it built?"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AAAAAA"/>
                </a:solidFill>
                <a:latin typeface="Calibri"/>
              </a:rPr>
              <a:t>Without rerank — Burj Khalifa article was BM25 rank 12 (likely missed top-6).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With rerank — Cross-encoder lifts it to position 1 (rerank score 3.41).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Reranker rescues correct documents that hybrid retrieval ranks low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Cost: ~300–800 ms per query on CPU after model warm-up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Sweet spot: rerank pool of 20–30 candidates → final 5–6 to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46E32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Toggle Cross-Encoder Re-Ranker on/off live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Tune rerank pool size, retrieval top-K, context size, max tokens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See Dense Rank, BM25 Rank, RRF Score, Rerank Score per source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Latency breakdown: retrieval vs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Demo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When was the Eiffel Tower built?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What is the height of Burj Khalifa?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Which country is Machu Picchu located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09728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RAG grounds LLMs and kills hallucinations — but only if retrieval is good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Hybrid retrieval (Dense + BM25 + RRF) is robust across query types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Reciprocal Rank Fusion needs no score calibration — just ranks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 cross-encoder re-ranker is the cheapest big quality win you can add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Two-stage retrieval = fast recall (bi-encoder) + sharp precision (cross-encoder)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Custom metrics (CUS, ACS) reveal quality issues that MRR alone hides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•  All of this runs on CPU with open models — no API keys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800" b="0">
                <a:solidFill>
                  <a:srgbClr val="F46E32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  <a:latin typeface="Calibri"/>
              </a:rPr>
              <a:t>github.com/sunrise197605/Datahour_HybridRAG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00800"/>
            <a:ext cx="16459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Analytics Vidhya  |  DataHour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